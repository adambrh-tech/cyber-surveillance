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PROJET CYBERSÉCURITÉ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Analyse Big Data &amp; Modélisation R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</a:defRPr>
            </a:pPr>
            <a:r>
              <a:t>Traitement des logs d'attaques, détection d'anomalies, Machine Learning &amp; simulations</a:t>
            </a:r>
          </a:p>
          <a:p>
            <a:pPr>
              <a:spcBef>
                <a:spcPts val="4000"/>
              </a:spcBef>
              <a:defRPr sz="1300">
                <a:solidFill>
                  <a:srgbClr val="3B82F6"/>
                </a:solidFill>
              </a:defRPr>
            </a:pPr>
            <a:r>
              <a:t>Auteur : Adam  |  ISEN Brest  |  Dépôt : Cyber-surveillance (R1 à R9)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Vue d'Ensemble de la Phase Big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01. Fondations &amp; EDA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Étapes R1 à R3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Nettoyage des logs, typage, premières visualisations et cartes de chaleur par protocole.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02. Spatio-Temporel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Étapes R4 &amp; R5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Lissage par moyenne mobile sur 7 jours, saisonnalité et cartographie mondiale des hotspots.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03. 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Étapes R6 &amp; R7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Clustering K-Means, isolation des 5% d'outliers et classification prédictive via Random Forest.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04. Advanced Analytics</a:t>
            </a:r>
          </a:p>
          <a:p>
            <a:pPr>
              <a:spcBef>
                <a:spcPts val="400"/>
              </a:spcBef>
              <a:defRPr sz="1200">
                <a:solidFill>
                  <a:srgbClr val="3B82F6"/>
                </a:solidFill>
              </a:defRPr>
            </a:pPr>
            <a:r>
              <a:t>Étapes R8 &amp; R9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Traitement NLP des payloads texte et simulation financière de risque Monte Carlo (VaR 95%).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Étape R1 à R3 : Fondations, Nettoyage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Nettoyage structuré et premières corrélations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Imputation et filtrage rigoureux des valeurs manquantes (NA).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Normalisation des noms de colonnes via janitor::clean_names().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Extraction de variables dérivées : heures, jours, niveaux de sévérité.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Analyse de la répartition des protocoles (TCP, UDP, HTTP) et cartes de chaleur.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RÉSUMÉ TECHNIQUE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Livrable principal :</a:t>
            </a:r>
            <a:br/>
            <a:r>
              <a:t>cybersecurity_attacks_cleaned.csv</a:t>
            </a:r>
            <a:br/>
            <a:br/>
            <a:r>
              <a:t>Packages R clés :</a:t>
            </a:r>
            <a:br/>
            <a:r>
              <a:t>tidyverse, lubridate, janitor, scales.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Étape R4 : Analyse Temporelle &amp; Tendances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Lissage de tendance et motifs hebdomadaires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Agrégation journalière du volume total d'incidents.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Lissage par Moyenne Mobile (7 jours) avec le package zoo.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Découplage des variations quotidiennes pour dégager la tendance de fond.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Comparaison de l'activité par jour de la semaine (Semaine vs Week-end).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RÉSUMÉ TECHNIQUE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Visuel produit :</a:t>
            </a:r>
            <a:br/>
            <a:r>
              <a:t>tendances_temporelles.png</a:t>
            </a:r>
            <a:br/>
            <a:br/>
            <a:r>
              <a:t>Apport Métier :</a:t>
            </a:r>
            <a:br/>
            <a:r>
              <a:t>Permet au SOC d'anticiper les fenêtres d'attaques récurrentes.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Étape R5 : Analyse Spatiale &amp; Géolocalisation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Cartographie des Hotspots de menaces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Détection automatique de la colonne géographique (Pays / IP / Localisation).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Extraction du Top 10 des zones émettrices ou ciblées.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Cartographie mondiale interactive ou statique (maps).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Représentation des événements selon le niveau de sévérité.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RÉSUMÉ TECHNIQUE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Visuel produit :</a:t>
            </a:r>
            <a:br/>
            <a:r>
              <a:t>analyse_spatiale.png</a:t>
            </a:r>
            <a:br/>
            <a:br/>
            <a:r>
              <a:t>Apport Métier :</a:t>
            </a:r>
            <a:br/>
            <a:r>
              <a:t>Orientation des règles de filtrage géographique sur les pare-feu.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Étape R6 : Clustering K-Means &amp;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Segmentation non supervisée &amp; isolation d'outliers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Normalisation centrée-réduite des variables numériques (scale).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Groupement automatique en 3 clusters distincts via K-Means.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Calcul de la distance euclidienne de chaque point à son centroïde.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Isolation des 5% de points les plus éloignés comme 'Anomalies'.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RÉSUMÉ TECHNIQUE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Visuel produit :</a:t>
            </a:r>
            <a:br/>
            <a:r>
              <a:t>clustering_anomalies.png</a:t>
            </a:r>
            <a:br/>
            <a:br/>
            <a:r>
              <a:t>Apport Métier :</a:t>
            </a:r>
            <a:br/>
            <a:r>
              <a:t>Mise en lumière d'attaques complexes non étiquetées.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Étape R7 : Modélisation Prédictive (Random Forest)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Classification de sévérité en apprentissage supervisé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Partitionnement des données : 80% Entraînement / 20% Test (caret).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Entraînement d'un modèle d'ensemble Random Forest (100 arbres).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Évaluation de la précision (Accuracy) sur la matrice de confusion.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Classement de l'importance des variables par le score de Gini.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RÉSUMÉ TECHNIQUE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Visuel produit :</a:t>
            </a:r>
            <a:br/>
            <a:r>
              <a:t>modelisation_importance_variables.png</a:t>
            </a:r>
            <a:br/>
            <a:br/>
            <a:r>
              <a:t>Apport Métier :</a:t>
            </a:r>
            <a:br/>
            <a:r>
              <a:t>Triage automatique de la priorité des alertes.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Étape R8 &amp; R9 : Advanced Analytics &amp;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NLP sur Payloads &amp; Quantification financière du risque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NLP (R8) : Tokenisation des payloads texte, retrait des stop-words et extraction des signatures malveillantes.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Monte Carlo (R9) : 1 000 simulations probabilistes sur 30 jours.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Combinaison des distributions de Poisson, Binomiale et Normale.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Calcul de la valeur médiane du risque et de la Value at Risk (VaR 95%).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RÉSUMÉ TECHNIQUE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Visuels produits :</a:t>
            </a:r>
            <a:br/>
            <a:r>
              <a:t>analyse_nlp_payloads.png</a:t>
            </a:r>
            <a:br/>
            <a:r>
              <a:t>simulation_monte_carlo.png</a:t>
            </a:r>
            <a:br/>
            <a:br/>
            <a:r>
              <a:t>Apport Métier :</a:t>
            </a:r>
            <a:br/>
            <a:r>
              <a:t>Traduction du risque technique en k€ pour la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PHASE 1 : BIG DATA &amp; ANALYSE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Bilan de la Phase 1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LIVRABLES COMPLÉTÉS (R1 - R9)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 Pipeline R propre, modulaire et documenté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 7 visuels graphiques haute définition (300 DPI)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 Modèle prédictif Random Forest opérationnel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 Moteur de simulation financière de risques Monte Carlo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 Code entièrement hébergé sur GitHub (Cyber-surveillance)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PROCHAINES ÉTAPES (PHASES 2 &amp; 3)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➔  Phase 2 : Exposition des modèles via API REST (Flask/FastAPI)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➔  Phase 2 : Expliquabilité des modèles avec SHAP / LIME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➔  Phase 3 : Dashboard Live interactif en temps réel (R Shiny / Web)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➔  Phase 3 : Déploiement MLOps et automatisation des alertes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